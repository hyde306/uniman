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F5466-E23F-37F1-D949-507B8CD69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83DAB8-F541-0F0D-2D9F-1CDD9C31D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42FA5-60E5-DEBF-5F52-B328D4C6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C0E37E-D8A5-AEE2-4C4A-CF0C3733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A647DD-1728-007E-2578-28DABE5F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86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F7897-2F86-C494-3CCF-216F33B4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05D20D-68EC-6E81-B46C-786B0E6B5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87C0AD-6C9E-1549-DB06-8E37D7C1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96558B-68AC-58F4-F672-A9CFEB29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E1E677-4F4E-B855-198F-FF8C1BCC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50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D0FF2-29C9-96F1-FBC6-BD743E70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0EA857-4815-6130-D301-BC5F0D104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35CFF-1033-EAEA-7D17-1FA94D51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D21E0D-5EA0-0A2A-97F6-8A63E979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B6F8A9-6B0B-41EF-5DD8-EAC0A629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87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BDF4CE-8158-29A7-1956-058D6F7D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821D79-95EF-0EDA-A6DD-B1EA7412F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8ACDBB-8703-58C1-BE30-F6C5AE4F9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1DFEE7-D5E5-D8A1-191D-EC40F392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A8477-68A3-5AB9-1656-1B851B3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D530E4-E15F-DD4B-774F-9BE7F2AF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83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7F3DF-DBC3-F396-4CEB-1ACB55CC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8AFA67-4EE9-B576-8CA3-B0D4AAACA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02D7F7-3A13-0ED8-B8B3-194B8148A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6FD957-8EC0-706A-2E40-0FAE088BE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C5CF816-8877-66D1-2382-582326298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38F986-C507-D31E-7E54-2E6A8A0D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2A24D7-6BEB-7B2F-F428-F23FA20B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E27365-6B61-5E76-66F6-B85DF7B1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65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9319E-B736-0B7C-99EB-001051CB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9C0DC5C-AB96-C4F3-F5AB-FAEAAB3C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B9D9A0-9CA6-C182-868F-F8180988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212CCD-FB69-35C7-4D34-2228A533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70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EFE667-A49E-240D-8748-CA974EA4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A00F9C-0574-E4FA-98B1-2D9CD587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9D5042-E0E2-4A20-7357-F5271A07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09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DF4AA-0F03-771E-37E8-10D6C4E0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1328A-C5BD-9314-0761-EA8B420B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620195-DD82-FA1D-A945-EA85812AC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DD9277-7DCF-A363-1AB4-7F7EF8F7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8E5418-BB4C-7EB4-9C5B-BEA1F3C8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88F0C8-975F-31A0-6CDE-3CD43108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55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EA0E-1E4A-DA15-8EB8-44B4420F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68AF78C-87D8-58D8-45DC-4D14B2B35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9DD300-7434-3206-69F6-D4C3DA735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5725CE-D2EB-6AAE-CC0F-C37F9824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837C9B-E857-D477-7DED-A4443647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405290-1137-9782-805A-5E5F9A56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86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59219-5CA4-401B-424C-63238B19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B3A495-254F-12BD-76EE-350EF348D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09EAC6-B6D5-61FD-3B92-AF088567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6D5DD3-64FE-BB87-CC36-08F3584F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4137A3-F9BF-D435-5B3A-1B2A5940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21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5B45A9-473D-B355-ADF0-A248CF952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6F0557-69B1-F711-3C58-7306F31B2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4A5AAB-FF36-CECC-D996-2094102B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CFC885-9A72-7914-889F-A7AB79CB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76099D-5F96-7728-F762-3B9EF82B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839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964A0B-C04C-7491-EBD5-6EECF9CF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9CBA82-4473-C222-2DEE-33A5C5B0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884F7C-AFE8-F091-AE20-8987B5C5B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C4D2AB-47DE-1BDA-4D4B-D993D7EB9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C89EA-2238-C574-D320-26C26EA20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08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8C146-70AF-CA27-5718-D3815716A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チーム制作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CC5D63-D631-FDF5-B5B7-FCF78191CB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麻　梶本　中西　吉田</a:t>
            </a:r>
          </a:p>
        </p:txBody>
      </p:sp>
    </p:spTree>
    <p:extLst>
      <p:ext uri="{BB962C8B-B14F-4D97-AF65-F5344CB8AC3E}">
        <p14:creationId xmlns:p14="http://schemas.microsoft.com/office/powerpoint/2010/main" val="296953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DD0165-B7D9-9F98-D622-C25AF618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2DAD31-EBF8-675A-73CC-45DDE405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制作環境</a:t>
            </a:r>
            <a:r>
              <a:rPr kumimoji="1" lang="en-US" altLang="ja-JP" dirty="0"/>
              <a:t>:Unity</a:t>
            </a:r>
          </a:p>
          <a:p>
            <a:r>
              <a:rPr lang="ja-JP" altLang="en-US" dirty="0"/>
              <a:t>制作人数</a:t>
            </a:r>
            <a:r>
              <a:rPr lang="en-US" altLang="ja-JP" dirty="0"/>
              <a:t>:4</a:t>
            </a:r>
            <a:r>
              <a:rPr lang="ja-JP" altLang="en-US" dirty="0"/>
              <a:t>人</a:t>
            </a:r>
            <a:endParaRPr lang="en-US" altLang="ja-JP" dirty="0"/>
          </a:p>
          <a:p>
            <a:r>
              <a:rPr kumimoji="1" lang="ja-JP" altLang="en-US" dirty="0"/>
              <a:t>ジャンル</a:t>
            </a:r>
            <a:r>
              <a:rPr kumimoji="1" lang="en-US" altLang="ja-JP" dirty="0"/>
              <a:t>:</a:t>
            </a:r>
            <a:r>
              <a:rPr kumimoji="1" lang="ja-JP" altLang="en-US" dirty="0"/>
              <a:t>オート</a:t>
            </a:r>
            <a:r>
              <a:rPr lang="ja-JP" altLang="ja-JP" dirty="0"/>
              <a:t>スクロール</a:t>
            </a:r>
            <a:r>
              <a:rPr lang="ja-JP" altLang="en-US" dirty="0"/>
              <a:t>型</a:t>
            </a:r>
            <a:r>
              <a:rPr lang="ja-JP" altLang="ja-JP" dirty="0"/>
              <a:t>アクション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000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8E6918-CDAD-2635-38FA-129C2597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0AA725-C33A-A1CB-3C61-49DB80B2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ソロ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プレイヤーは上からくる障害物を</a:t>
            </a:r>
            <a:r>
              <a:rPr kumimoji="1" lang="ja-JP" altLang="en-US" dirty="0" smtClean="0"/>
              <a:t>避けながらコインを集め</a:t>
            </a:r>
            <a:r>
              <a:rPr lang="ja-JP" altLang="en-US" dirty="0" smtClean="0"/>
              <a:t>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進んだ</a:t>
            </a:r>
            <a:r>
              <a:rPr lang="ja-JP" altLang="en-US" dirty="0" smtClean="0"/>
              <a:t>距離と集めたコインの枚数でスコアが変動する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障害物</a:t>
            </a:r>
            <a:r>
              <a:rPr lang="ja-JP" altLang="en-US" dirty="0"/>
              <a:t>に当たった</a:t>
            </a:r>
            <a:r>
              <a:rPr lang="ja-JP" altLang="en-US" dirty="0" smtClean="0"/>
              <a:t>時点</a:t>
            </a:r>
            <a:r>
              <a:rPr lang="ja-JP" altLang="en-US" dirty="0" smtClean="0"/>
              <a:t>の</a:t>
            </a:r>
            <a:r>
              <a:rPr lang="ja-JP" altLang="en-US" dirty="0" smtClean="0"/>
              <a:t>スコアが記録される</a:t>
            </a:r>
            <a:r>
              <a:rPr lang="en-US" altLang="ja-JP" dirty="0" smtClean="0"/>
              <a:t>(</a:t>
            </a:r>
            <a:r>
              <a:rPr lang="ja-JP" altLang="en-US" dirty="0" smtClean="0"/>
              <a:t>ランキング形式</a:t>
            </a:r>
            <a:r>
              <a:rPr lang="en-US" altLang="ja-JP" dirty="0" smtClean="0"/>
              <a:t>)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 smtClean="0"/>
              <a:t>マルチ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プレイヤー同士がぶつかる</a:t>
            </a:r>
            <a:r>
              <a:rPr lang="ja-JP" altLang="en-US" dirty="0" smtClean="0"/>
              <a:t>とノックバックする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ダッシュ時は相手が大きくノックバックする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お互いフェイントをかけあって相手を障害物に当てたら勝ち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4337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A8934-30DC-E456-E992-F5323B06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操作</a:t>
            </a:r>
            <a:r>
              <a:rPr kumimoji="1" lang="en-US" altLang="ja-JP" dirty="0"/>
              <a:t>(</a:t>
            </a:r>
            <a:r>
              <a:rPr kumimoji="1" lang="ja-JP" altLang="en-US" dirty="0"/>
              <a:t>ソロ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39C64A-BCD0-D9F3-D080-0B41A2721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移動</a:t>
            </a:r>
            <a:r>
              <a:rPr kumimoji="1" lang="en-US" altLang="ja-JP" dirty="0"/>
              <a:t>:</a:t>
            </a:r>
            <a:r>
              <a:rPr kumimoji="1" lang="ja-JP" altLang="en-US" dirty="0"/>
              <a:t>自動</a:t>
            </a:r>
            <a:endParaRPr kumimoji="1" lang="en-US" altLang="ja-JP" dirty="0"/>
          </a:p>
          <a:p>
            <a:r>
              <a:rPr lang="ja-JP" altLang="en-US" dirty="0"/>
              <a:t>方向転換</a:t>
            </a:r>
            <a:r>
              <a:rPr lang="en-US" altLang="ja-JP" dirty="0" smtClean="0"/>
              <a:t>:</a:t>
            </a:r>
            <a:r>
              <a:rPr lang="ja-JP" altLang="en-US" dirty="0" smtClean="0"/>
              <a:t>スペース</a:t>
            </a:r>
            <a:endParaRPr lang="en-US" altLang="ja-JP" dirty="0" smtClean="0"/>
          </a:p>
          <a:p>
            <a:r>
              <a:rPr kumimoji="1" lang="ja-JP" altLang="en-US" dirty="0" smtClean="0"/>
              <a:t>ダッシュ：シフト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06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F727-D108-E2EA-4C01-082F2478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A545A-5E17-0DCA-0D2D-34797BBD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操作</a:t>
            </a:r>
            <a:r>
              <a:rPr kumimoji="1" lang="en-US" altLang="ja-JP" dirty="0"/>
              <a:t>(</a:t>
            </a:r>
            <a:r>
              <a:rPr lang="ja-JP" altLang="en-US" dirty="0"/>
              <a:t>マルチ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FDFB4A-C083-28BE-B213-1AE9ED3C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移動</a:t>
            </a:r>
            <a:r>
              <a:rPr kumimoji="1" lang="en-US" altLang="ja-JP" dirty="0"/>
              <a:t>:</a:t>
            </a:r>
            <a:r>
              <a:rPr kumimoji="1" lang="ja-JP" altLang="en-US" dirty="0"/>
              <a:t>自動</a:t>
            </a:r>
            <a:endParaRPr kumimoji="1" lang="en-US" altLang="ja-JP" dirty="0"/>
          </a:p>
          <a:p>
            <a:r>
              <a:rPr lang="ja-JP" altLang="en-US" dirty="0"/>
              <a:t>方向転換</a:t>
            </a:r>
            <a:r>
              <a:rPr lang="en-US" altLang="ja-JP" dirty="0" smtClean="0"/>
              <a:t>:</a:t>
            </a:r>
            <a:r>
              <a:rPr lang="ja-JP" altLang="en-US" dirty="0" smtClean="0"/>
              <a:t>スペース</a:t>
            </a:r>
            <a:r>
              <a:rPr lang="en-US" altLang="ja-JP" dirty="0" smtClean="0"/>
              <a:t>(P1)</a:t>
            </a:r>
            <a:r>
              <a:rPr lang="ja-JP" altLang="en-US" dirty="0" smtClean="0"/>
              <a:t>左クリック</a:t>
            </a:r>
            <a:r>
              <a:rPr lang="en-US" altLang="ja-JP" dirty="0" smtClean="0"/>
              <a:t>(P2)</a:t>
            </a:r>
            <a:endParaRPr lang="en-US" altLang="ja-JP" dirty="0"/>
          </a:p>
          <a:p>
            <a:r>
              <a:rPr lang="ja-JP" altLang="en-US" dirty="0" smtClean="0">
                <a:sym typeface="Wingdings" panose="05000000000000000000" pitchFamily="2" charset="2"/>
              </a:rPr>
              <a:t>ダッシュ</a:t>
            </a:r>
            <a:r>
              <a:rPr lang="en-US" altLang="ja-JP" dirty="0" smtClean="0">
                <a:sym typeface="Wingdings" panose="05000000000000000000" pitchFamily="2" charset="2"/>
              </a:rPr>
              <a:t>:</a:t>
            </a:r>
            <a:r>
              <a:rPr lang="ja-JP" altLang="en-US" dirty="0" smtClean="0">
                <a:sym typeface="Wingdings" panose="05000000000000000000" pitchFamily="2" charset="2"/>
              </a:rPr>
              <a:t>シフト</a:t>
            </a:r>
            <a:r>
              <a:rPr lang="en-US" altLang="ja-JP" dirty="0" smtClean="0">
                <a:sym typeface="Wingdings" panose="05000000000000000000" pitchFamily="2" charset="2"/>
              </a:rPr>
              <a:t>(P1)</a:t>
            </a:r>
            <a:r>
              <a:rPr lang="ja-JP" altLang="en-US" dirty="0" smtClean="0">
                <a:sym typeface="Wingdings" panose="05000000000000000000" pitchFamily="2" charset="2"/>
              </a:rPr>
              <a:t>右クリック</a:t>
            </a:r>
            <a:r>
              <a:rPr lang="en-US" altLang="ja-JP" dirty="0" smtClean="0">
                <a:sym typeface="Wingdings" panose="05000000000000000000" pitchFamily="2" charset="2"/>
              </a:rPr>
              <a:t>(P2)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334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考え中の要素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マルチの際のアイテムの追加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移動速度が上がったり、ノックバックが軽減されたり</a:t>
            </a:r>
            <a:r>
              <a:rPr lang="ja-JP" altLang="en-US" dirty="0" smtClean="0"/>
              <a:t>など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時間経過で速度が上昇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95173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151</Words>
  <Application>Microsoft Office PowerPoint</Application>
  <PresentationFormat>ワイド画面</PresentationFormat>
  <Paragraphs>29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Wingdings</vt:lpstr>
      <vt:lpstr>Office テーマ</vt:lpstr>
      <vt:lpstr>チーム制作</vt:lpstr>
      <vt:lpstr>概要</vt:lpstr>
      <vt:lpstr>説明</vt:lpstr>
      <vt:lpstr>操作(ソロ)</vt:lpstr>
      <vt:lpstr>操作(マルチ)</vt:lpstr>
      <vt:lpstr>考え中の要素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チーム制作</dc:title>
  <dc:creator>N RE</dc:creator>
  <cp:lastModifiedBy>GA3</cp:lastModifiedBy>
  <cp:revision>8</cp:revision>
  <dcterms:created xsi:type="dcterms:W3CDTF">2026-10-15T05:43:25Z</dcterms:created>
  <dcterms:modified xsi:type="dcterms:W3CDTF">2026-10-19T01:47:57Z</dcterms:modified>
</cp:coreProperties>
</file>