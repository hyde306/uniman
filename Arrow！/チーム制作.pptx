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8" autoAdjust="0"/>
    <p:restoredTop sz="93067" autoAdjust="0"/>
  </p:normalViewPr>
  <p:slideViewPr>
    <p:cSldViewPr snapToGrid="0">
      <p:cViewPr>
        <p:scale>
          <a:sx n="100" d="100"/>
          <a:sy n="100" d="100"/>
        </p:scale>
        <p:origin x="99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F5466-E23F-37F1-D949-507B8CD69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B83DAB8-F541-0F0D-2D9F-1CDD9C31D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D42FA5-60E5-DEBF-5F52-B328D4C6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C0E37E-D8A5-AEE2-4C4A-CF0C3733F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A647DD-1728-007E-2578-28DABE5F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86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AF7897-2F86-C494-3CCF-216F33B41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A05D20D-68EC-6E81-B46C-786B0E6B5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87C0AD-6C9E-1549-DB06-8E37D7C19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96558B-68AC-58F4-F672-A9CFEB296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E1E677-4F4E-B855-198F-FF8C1BCC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150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D0FF2-29C9-96F1-FBC6-BD743E70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0EA857-4815-6130-D301-BC5F0D104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A135CFF-1033-EAEA-7D17-1FA94D513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D21E0D-5EA0-0A2A-97F6-8A63E9798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B6F8A9-6B0B-41EF-5DD8-EAC0A6299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6879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BDF4CE-8158-29A7-1956-058D6F7D0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821D79-95EF-0EDA-A6DD-B1EA7412F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8ACDBB-8703-58C1-BE30-F6C5AE4F9C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1DFEE7-D5E5-D8A1-191D-EC40F392F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4A8477-68A3-5AB9-1656-1B851B36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D530E4-E15F-DD4B-774F-9BE7F2AFC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9833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87F3DF-DBC3-F396-4CEB-1ACB55CC3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8AFA67-4EE9-B576-8CA3-B0D4AAACA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C02D7F7-3A13-0ED8-B8B3-194B8148A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36FD957-8EC0-706A-2E40-0FAE088BEF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C5CF816-8877-66D1-2382-5823262988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38F986-C507-D31E-7E54-2E6A8A0DD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2A24D7-6BEB-7B2F-F428-F23FA20B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E27365-6B61-5E76-66F6-B85DF7B13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1658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29319E-B736-0B7C-99EB-001051CB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9C0DC5C-AB96-C4F3-F5AB-FAEAAB3C8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BB9D9A0-9CA6-C182-868F-F81809884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3212CCD-FB69-35C7-4D34-2228A5336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4704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7EFE667-A49E-240D-8748-CA974EA4F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CA00F9C-0574-E4FA-98B1-2D9CD5879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9D5042-E0E2-4A20-7357-F5271A07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4095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7DF4AA-0F03-771E-37E8-10D6C4E0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61328A-C5BD-9314-0761-EA8B420B4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E620195-DD82-FA1D-A945-EA85812AC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DD9277-7DCF-A363-1AB4-7F7EF8F7E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C8E5418-BB4C-7EB4-9C5B-BEA1F3C8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88F0C8-975F-31A0-6CDE-3CD43108A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655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9CEA0E-1E4A-DA15-8EB8-44B4420F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68AF78C-87D8-58D8-45DC-4D14B2B353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A9DD300-7434-3206-69F6-D4C3DA7358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C5725CE-D2EB-6AAE-CC0F-C37F98241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837C9B-E857-D477-7DED-A4443647F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405290-1137-9782-805A-5E5F9A56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186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F59219-5CA4-401B-424C-63238B19B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AB3A495-254F-12BD-76EE-350EF348D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09EAC6-B6D5-61FD-3B92-AF088567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6D5DD3-64FE-BB87-CC36-08F3584FF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4137A3-F9BF-D435-5B3A-1B2A5940B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211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5B45A9-473D-B355-ADF0-A248CF952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56F0557-69B1-F711-3C58-7306F31B2E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4A5AAB-FF36-CECC-D996-2094102B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CFC885-9A72-7914-889F-A7AB79CB8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76099D-5F96-7728-F762-3B9EF82B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839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4964A0B-C04C-7491-EBD5-6EECF9CFB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9CBA82-4473-C222-2DEE-33A5C5B0F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884F7C-AFE8-F091-AE20-8987B5C5B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CC97B-8179-4C3C-8FE0-445FAAAAB514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C4D2AB-47DE-1BDA-4D4B-D993D7EB9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7C89EA-2238-C574-D320-26C26EA20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3BAE5-95E2-453A-BD94-FFF180636A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08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C8C146-70AF-CA27-5718-D3815716AF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企画書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CC5D63-D631-FDF5-B5B7-FCF78191CB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麻　梶本　中西　吉田</a:t>
            </a:r>
          </a:p>
        </p:txBody>
      </p:sp>
    </p:spTree>
    <p:extLst>
      <p:ext uri="{BB962C8B-B14F-4D97-AF65-F5344CB8AC3E}">
        <p14:creationId xmlns:p14="http://schemas.microsoft.com/office/powerpoint/2010/main" val="296953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DD0165-B7D9-9F98-D622-C25AF618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開発環境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2DAD31-EBF8-675A-73CC-45DDE4051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制作環境</a:t>
            </a:r>
            <a:r>
              <a:rPr kumimoji="1" lang="en-US" altLang="ja-JP" dirty="0"/>
              <a:t>:</a:t>
            </a:r>
            <a:r>
              <a:rPr kumimoji="1" lang="en-US" altLang="ja-JP" dirty="0" smtClean="0"/>
              <a:t>Unity2D</a:t>
            </a:r>
            <a:endParaRPr kumimoji="1" lang="en-US" altLang="ja-JP" dirty="0"/>
          </a:p>
          <a:p>
            <a:r>
              <a:rPr lang="ja-JP" altLang="en-US" dirty="0"/>
              <a:t>プレイ</a:t>
            </a:r>
            <a:r>
              <a:rPr lang="ja-JP" altLang="en-US" dirty="0" smtClean="0"/>
              <a:t>人数</a:t>
            </a:r>
            <a:r>
              <a:rPr lang="en-US" altLang="ja-JP" dirty="0" smtClean="0"/>
              <a:t>:</a:t>
            </a:r>
            <a:r>
              <a:rPr lang="ja-JP" altLang="en-US" dirty="0" smtClean="0"/>
              <a:t>１～２人</a:t>
            </a:r>
            <a:endParaRPr lang="en-US" altLang="ja-JP" dirty="0"/>
          </a:p>
          <a:p>
            <a:r>
              <a:rPr kumimoji="1" lang="ja-JP" altLang="en-US" dirty="0"/>
              <a:t>ジャンル</a:t>
            </a:r>
            <a:r>
              <a:rPr kumimoji="1" lang="en-US" altLang="ja-JP" dirty="0" smtClean="0"/>
              <a:t>:</a:t>
            </a:r>
            <a:r>
              <a:rPr kumimoji="1" lang="ja-JP" altLang="en-US" dirty="0" smtClean="0"/>
              <a:t>オート</a:t>
            </a:r>
            <a:r>
              <a:rPr lang="ja-JP" altLang="ja-JP" dirty="0" smtClean="0"/>
              <a:t>スクロール</a:t>
            </a:r>
            <a:r>
              <a:rPr lang="ja-JP" altLang="en-US" dirty="0" smtClean="0"/>
              <a:t>型</a:t>
            </a:r>
            <a:r>
              <a:rPr lang="ja-JP" altLang="ja-JP" dirty="0"/>
              <a:t>アクション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20005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196" y="3693110"/>
            <a:ext cx="3642804" cy="309830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A8E6918-CDAD-2635-38FA-129C2597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ゲーム概要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20AA725-C33A-A1CB-3C61-49DB80B2A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>
            <a:normAutofit lnSpcReduction="10000"/>
          </a:bodyPr>
          <a:lstStyle/>
          <a:p>
            <a:r>
              <a:rPr kumimoji="1" lang="ja-JP" altLang="en-US" dirty="0" smtClean="0"/>
              <a:t>ソロ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ja-JP" altLang="en-US" dirty="0"/>
              <a:t>プレイヤーは上からくる障害物を</a:t>
            </a:r>
            <a:r>
              <a:rPr kumimoji="1" lang="ja-JP" altLang="en-US" dirty="0" smtClean="0"/>
              <a:t>避けながらコインを集め</a:t>
            </a:r>
            <a:r>
              <a:rPr lang="ja-JP" altLang="en-US" dirty="0" smtClean="0"/>
              <a:t>る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/>
              <a:t>進んだ</a:t>
            </a:r>
            <a:r>
              <a:rPr lang="ja-JP" altLang="en-US" dirty="0" smtClean="0"/>
              <a:t>距離と集めたコインの枚数でスコアが変動する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障害物</a:t>
            </a:r>
            <a:r>
              <a:rPr lang="ja-JP" altLang="en-US" dirty="0"/>
              <a:t>に当たった</a:t>
            </a:r>
            <a:r>
              <a:rPr lang="ja-JP" altLang="en-US" dirty="0" smtClean="0"/>
              <a:t>時点のスコアが記録される</a:t>
            </a:r>
            <a:r>
              <a:rPr lang="en-US" altLang="ja-JP" dirty="0" smtClean="0"/>
              <a:t>(</a:t>
            </a:r>
            <a:r>
              <a:rPr lang="ja-JP" altLang="en-US" dirty="0" smtClean="0"/>
              <a:t>ランキング形式</a:t>
            </a:r>
            <a:r>
              <a:rPr lang="en-US" altLang="ja-JP" dirty="0" smtClean="0"/>
              <a:t>)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 smtClean="0"/>
              <a:t>対戦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/>
              <a:t>障害物に当たったら</a:t>
            </a:r>
            <a:r>
              <a:rPr lang="ja-JP" altLang="en-US" dirty="0" smtClean="0"/>
              <a:t>敗北</a:t>
            </a:r>
            <a:endParaRPr kumimoji="1" lang="en-US" altLang="ja-JP" dirty="0" smtClean="0"/>
          </a:p>
          <a:p>
            <a:pPr marL="0" indent="0">
              <a:buNone/>
            </a:pPr>
            <a:r>
              <a:rPr lang="ja-JP" altLang="en-US" dirty="0" smtClean="0"/>
              <a:t>プレイヤー</a:t>
            </a:r>
            <a:r>
              <a:rPr lang="ja-JP" altLang="en-US" dirty="0"/>
              <a:t>同士がぶつかる</a:t>
            </a:r>
            <a:r>
              <a:rPr lang="ja-JP" altLang="en-US" dirty="0" smtClean="0"/>
              <a:t>とノックバックする</a:t>
            </a:r>
            <a:endParaRPr lang="en-US" altLang="ja-JP" dirty="0" smtClean="0"/>
          </a:p>
          <a:p>
            <a:pPr marL="0" indent="0">
              <a:buNone/>
            </a:pPr>
            <a:r>
              <a:rPr lang="ja-JP" altLang="en-US" u="sng" dirty="0" smtClean="0"/>
              <a:t>ダッシュ</a:t>
            </a:r>
            <a:r>
              <a:rPr lang="ja-JP" altLang="en-US" dirty="0" smtClean="0"/>
              <a:t>時は相手が大きくノックバック</a:t>
            </a:r>
            <a:r>
              <a:rPr lang="ja-JP" altLang="en-US" dirty="0" smtClean="0"/>
              <a:t>する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3543371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考え中の要素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マルチの際のアイテムの追加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移動速度が上がったり、ノックバックが軽減されたり</a:t>
            </a:r>
            <a:r>
              <a:rPr lang="ja-JP" altLang="en-US" dirty="0" smtClean="0"/>
              <a:t>など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ja-JP" altLang="en-US" dirty="0" smtClean="0"/>
              <a:t>時間経過で速度が上昇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951739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103</Words>
  <Application>Microsoft Office PowerPoint</Application>
  <PresentationFormat>ワイド画面</PresentationFormat>
  <Paragraphs>21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企画書</vt:lpstr>
      <vt:lpstr>開発環境</vt:lpstr>
      <vt:lpstr>ゲーム概要</vt:lpstr>
      <vt:lpstr>考え中の要素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チーム制作</dc:title>
  <dc:creator>N RE</dc:creator>
  <cp:lastModifiedBy>GA3</cp:lastModifiedBy>
  <cp:revision>13</cp:revision>
  <dcterms:created xsi:type="dcterms:W3CDTF">2026-10-15T05:43:25Z</dcterms:created>
  <dcterms:modified xsi:type="dcterms:W3CDTF">2026-10-19T02:53:07Z</dcterms:modified>
</cp:coreProperties>
</file>