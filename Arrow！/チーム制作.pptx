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8" autoAdjust="0"/>
    <p:restoredTop sz="94660"/>
  </p:normalViewPr>
  <p:slideViewPr>
    <p:cSldViewPr snapToGrid="0">
      <p:cViewPr varScale="1">
        <p:scale>
          <a:sx n="68" d="100"/>
          <a:sy n="68" d="100"/>
        </p:scale>
        <p:origin x="486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1FF5466-E23F-37F1-D949-507B8CD69D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3B83DAB8-F541-0F0D-2D9F-1CDD9C31DA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AD42FA5-60E5-DEBF-5F52-B328D4C686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7CC97B-8179-4C3C-8FE0-445FAAAAB514}" type="datetimeFigureOut">
              <a:rPr kumimoji="1" lang="ja-JP" altLang="en-US" smtClean="0"/>
              <a:t>2026/10/16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5C0E37E-D8A5-AEE2-4C4A-CF0C3733FF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5A647DD-1728-007E-2578-28DABE5F95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D3BAE5-95E2-453A-BD94-FFF180636AC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38678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BAF7897-2F86-C494-3CCF-216F33B41A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A05D20D-68EC-6E81-B46C-786B0E6B52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087C0AD-6C9E-1549-DB06-8E37D7C19D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7CC97B-8179-4C3C-8FE0-445FAAAAB514}" type="datetimeFigureOut">
              <a:rPr kumimoji="1" lang="ja-JP" altLang="en-US" smtClean="0"/>
              <a:t>2026/10/16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B96558B-68AC-58F4-F672-A9CFEB2969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CE1E677-4F4E-B855-198F-FF8C1BCC70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D3BAE5-95E2-453A-BD94-FFF180636AC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415014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7BD0FF2-29C9-96F1-FBC6-BD743E70AB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60EA857-4815-6130-D301-BC5F0D1045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A135CFF-1033-EAEA-7D17-1FA94D5135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7CC97B-8179-4C3C-8FE0-445FAAAAB514}" type="datetimeFigureOut">
              <a:rPr kumimoji="1" lang="ja-JP" altLang="en-US" smtClean="0"/>
              <a:t>2026/10/16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4D21E0D-5EA0-0A2A-97F6-8A63E97980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AB6F8A9-6B0B-41EF-5DD8-EAC0A6299F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D3BAE5-95E2-453A-BD94-FFF180636AC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168798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7BDF4CE-8158-29A7-1956-058D6F7D05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1821D79-95EF-0EDA-A6DD-B1EA7412FA0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F8ACDBB-8703-58C1-BE30-F6C5AE4F9C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B1DFEE7-D5E5-D8A1-191D-EC40F392FB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7CC97B-8179-4C3C-8FE0-445FAAAAB514}" type="datetimeFigureOut">
              <a:rPr kumimoji="1" lang="ja-JP" altLang="en-US" smtClean="0"/>
              <a:t>2026/10/16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484A8477-68A3-5AB9-1656-1B851B36F9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7D530E4-E15F-DD4B-774F-9BE7F2AFC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D3BAE5-95E2-453A-BD94-FFF180636AC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898332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A87F3DF-DBC3-F396-4CEB-1ACB55CC3B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B8AFA67-4EE9-B576-8CA3-B0D4AAACA1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C02D7F7-3A13-0ED8-B8B3-194B8148A9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236FD957-8EC0-706A-2E40-0FAE088BEFF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8C5CF816-8877-66D1-2382-5823262988F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38F986-C507-D31E-7E54-2E6A8A0DD3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7CC97B-8179-4C3C-8FE0-445FAAAAB514}" type="datetimeFigureOut">
              <a:rPr kumimoji="1" lang="ja-JP" altLang="en-US" smtClean="0"/>
              <a:t>2026/10/16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C22A24D7-6BEB-7B2F-F428-F23FA20BFA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D3E27365-6B61-5E76-66F6-B85DF7B135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D3BAE5-95E2-453A-BD94-FFF180636AC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516580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229319E-B736-0B7C-99EB-001051CBCE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F9C0DC5C-AB96-C4F3-F5AB-FAEAAB3C83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7CC97B-8179-4C3C-8FE0-445FAAAAB514}" type="datetimeFigureOut">
              <a:rPr kumimoji="1" lang="ja-JP" altLang="en-US" smtClean="0"/>
              <a:t>2026/10/16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FBB9D9A0-9CA6-C182-868F-F818098840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93212CCD-FB69-35C7-4D34-2228A53362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D3BAE5-95E2-453A-BD94-FFF180636AC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747045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17EFE667-A49E-240D-8748-CA974EA4F9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7CC97B-8179-4C3C-8FE0-445FAAAAB514}" type="datetimeFigureOut">
              <a:rPr kumimoji="1" lang="ja-JP" altLang="en-US" smtClean="0"/>
              <a:t>2026/10/16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CCA00F9C-0574-E4FA-98B1-2D9CD58795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79D5042-E0E2-4A20-7357-F5271A070A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D3BAE5-95E2-453A-BD94-FFF180636AC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040957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77DF4AA-0F03-771E-37E8-10D6C4E01D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161328A-C5BD-9314-0761-EA8B420B42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E620195-DD82-FA1D-A945-EA85812ACD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1DD9277-7DCF-A363-1AB4-7F7EF8F7E9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7CC97B-8179-4C3C-8FE0-445FAAAAB514}" type="datetimeFigureOut">
              <a:rPr kumimoji="1" lang="ja-JP" altLang="en-US" smtClean="0"/>
              <a:t>2026/10/16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C8E5418-BB4C-7EB4-9C5B-BEA1F3C8B4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788F0C8-975F-31A0-6CDE-3CD43108A5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D3BAE5-95E2-453A-BD94-FFF180636AC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165518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B9CEA0E-1E4A-DA15-8EB8-44B4420FD4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C68AF78C-87D8-58D8-45DC-4D14B2B35363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1A9DD300-7434-3206-69F6-D4C3DA7358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C5725CE-D2EB-6AAE-CC0F-C37F982414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7CC97B-8179-4C3C-8FE0-445FAAAAB514}" type="datetimeFigureOut">
              <a:rPr kumimoji="1" lang="ja-JP" altLang="en-US" smtClean="0"/>
              <a:t>2026/10/16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1837C9B-E857-D477-7DED-A4443647F3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4405290-1137-9782-805A-5E5F9A5641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D3BAE5-95E2-453A-BD94-FFF180636AC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718692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3F59219-5CA4-401B-424C-63238B19B2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DAB3A495-254F-12BD-76EE-350EF348D6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109EAC6-B6D5-61FD-3B92-AF0885678E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7CC97B-8179-4C3C-8FE0-445FAAAAB514}" type="datetimeFigureOut">
              <a:rPr kumimoji="1" lang="ja-JP" altLang="en-US" smtClean="0"/>
              <a:t>2026/10/16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A6D5DD3-64FE-BB87-CC36-08F3584FFB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04137A3-F9BF-D435-5B3A-1B2A5940B1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D3BAE5-95E2-453A-BD94-FFF180636AC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692111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FF5B45A9-473D-B355-ADF0-A248CF9521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56F0557-69B1-F711-3C58-7306F31B2E5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F4A5AAB-FF36-CECC-D996-2094102BC6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7CC97B-8179-4C3C-8FE0-445FAAAAB514}" type="datetimeFigureOut">
              <a:rPr kumimoji="1" lang="ja-JP" altLang="en-US" smtClean="0"/>
              <a:t>2026/10/16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6CFC885-9A72-7914-889F-A7AB79CB80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476099D-5F96-7728-F762-3B9EF82B72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D3BAE5-95E2-453A-BD94-FFF180636AC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383981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B4964A0B-C04C-7491-EBD5-6EECF9CFB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DC9CBA82-4473-C222-2DEE-33A5C5B0F7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6884F7C-AFE8-F091-AE20-8987B5C5BEC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47CC97B-8179-4C3C-8FE0-445FAAAAB514}" type="datetimeFigureOut">
              <a:rPr kumimoji="1" lang="ja-JP" altLang="en-US" smtClean="0"/>
              <a:t>2026/10/16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EC4D2AB-47DE-1BDA-4D4B-D993D7EB964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57C89EA-2238-C574-D320-26C26EA209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2D3BAE5-95E2-453A-BD94-FFF180636AC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730864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7C8C146-70AF-CA27-5718-D3815716AF3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ja-JP" altLang="en-US" dirty="0"/>
              <a:t>チーム制作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63CC5D63-D631-FDF5-B5B7-FCF78191CB0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ja-JP" altLang="en-US" dirty="0"/>
              <a:t>麻　梶本　中西　吉田</a:t>
            </a:r>
          </a:p>
        </p:txBody>
      </p:sp>
    </p:spTree>
    <p:extLst>
      <p:ext uri="{BB962C8B-B14F-4D97-AF65-F5344CB8AC3E}">
        <p14:creationId xmlns:p14="http://schemas.microsoft.com/office/powerpoint/2010/main" val="29695350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1DD0165-B7D9-9F98-D622-C25AF618A8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概要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C2DAD31-EBF8-675A-73CC-45DDE4051F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/>
              <a:t>制作環境</a:t>
            </a:r>
            <a:r>
              <a:rPr kumimoji="1" lang="en-US" altLang="ja-JP" dirty="0"/>
              <a:t>:Unity</a:t>
            </a:r>
          </a:p>
          <a:p>
            <a:r>
              <a:rPr lang="ja-JP" altLang="en-US" dirty="0"/>
              <a:t>制作人数</a:t>
            </a:r>
            <a:r>
              <a:rPr lang="en-US" altLang="ja-JP" dirty="0"/>
              <a:t>:4</a:t>
            </a:r>
            <a:r>
              <a:rPr lang="ja-JP" altLang="en-US" dirty="0"/>
              <a:t>人</a:t>
            </a:r>
            <a:endParaRPr lang="en-US" altLang="ja-JP" dirty="0"/>
          </a:p>
          <a:p>
            <a:r>
              <a:rPr kumimoji="1" lang="ja-JP" altLang="en-US" dirty="0"/>
              <a:t>ジャンル</a:t>
            </a:r>
            <a:r>
              <a:rPr kumimoji="1" lang="en-US" altLang="ja-JP" dirty="0"/>
              <a:t>:</a:t>
            </a:r>
            <a:r>
              <a:rPr kumimoji="1" lang="ja-JP" altLang="en-US" dirty="0"/>
              <a:t>オート</a:t>
            </a:r>
            <a:r>
              <a:rPr lang="ja-JP" altLang="ja-JP" dirty="0"/>
              <a:t>スクロール</a:t>
            </a:r>
            <a:r>
              <a:rPr lang="ja-JP" altLang="en-US" dirty="0"/>
              <a:t>型</a:t>
            </a:r>
            <a:r>
              <a:rPr lang="ja-JP" altLang="ja-JP" dirty="0"/>
              <a:t>アクション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6200056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A8E6918-CDAD-2635-38FA-129C259796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説明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20AA725-C33A-A1CB-3C61-49DB80B2A6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kumimoji="1" lang="ja-JP" altLang="en-US" dirty="0"/>
              <a:t>自動スクロールのアクションゲーム</a:t>
            </a:r>
            <a:br>
              <a:rPr kumimoji="1" lang="en-US" altLang="ja-JP" dirty="0"/>
            </a:br>
            <a:r>
              <a:rPr kumimoji="1" lang="ja-JP" altLang="en-US" dirty="0"/>
              <a:t>ソロとマルチプレイの</a:t>
            </a:r>
            <a:r>
              <a:rPr kumimoji="1" lang="en-US" altLang="ja-JP" dirty="0"/>
              <a:t>2</a:t>
            </a:r>
            <a:r>
              <a:rPr kumimoji="1" lang="ja-JP" altLang="en-US" dirty="0"/>
              <a:t>つのモードがある</a:t>
            </a:r>
            <a:endParaRPr kumimoji="1" lang="en-US" altLang="ja-JP" dirty="0"/>
          </a:p>
          <a:p>
            <a:endParaRPr kumimoji="1" lang="en-US" altLang="ja-JP" dirty="0"/>
          </a:p>
          <a:p>
            <a:r>
              <a:rPr kumimoji="1" lang="ja-JP" altLang="en-US" dirty="0"/>
              <a:t>ソロ</a:t>
            </a:r>
            <a:endParaRPr kumimoji="1" lang="en-US" altLang="ja-JP" dirty="0"/>
          </a:p>
          <a:p>
            <a:pPr marL="0" indent="0">
              <a:buNone/>
            </a:pPr>
            <a:r>
              <a:rPr kumimoji="1" lang="ja-JP" altLang="en-US" dirty="0"/>
              <a:t>プレイヤーは上からくる障害物を避けながらどれだけ遠い地点　　　に到達できるかを競う</a:t>
            </a:r>
            <a:endParaRPr lang="en-US" altLang="ja-JP" dirty="0"/>
          </a:p>
          <a:p>
            <a:pPr marL="0" indent="0">
              <a:buNone/>
            </a:pPr>
            <a:r>
              <a:rPr lang="ja-JP" altLang="en-US" dirty="0"/>
              <a:t>障害物に当たった時点での進んだ距離がスコアとして記録される</a:t>
            </a:r>
            <a:endParaRPr kumimoji="1" lang="en-US" altLang="ja-JP" dirty="0"/>
          </a:p>
          <a:p>
            <a:endParaRPr lang="en-US" altLang="ja-JP" dirty="0"/>
          </a:p>
          <a:p>
            <a:r>
              <a:rPr kumimoji="1" lang="ja-JP" altLang="en-US" dirty="0"/>
              <a:t>マルチ</a:t>
            </a:r>
            <a:endParaRPr lang="en-US" altLang="ja-JP" dirty="0"/>
          </a:p>
          <a:p>
            <a:pPr marL="0" indent="0">
              <a:buNone/>
            </a:pPr>
            <a:r>
              <a:rPr kumimoji="1" lang="ja-JP" altLang="en-US" dirty="0"/>
              <a:t>一旦保留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5433711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9CA8934-30DC-E456-E992-F5323B06B8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操作</a:t>
            </a:r>
            <a:r>
              <a:rPr kumimoji="1" lang="en-US" altLang="ja-JP" dirty="0"/>
              <a:t>(</a:t>
            </a:r>
            <a:r>
              <a:rPr kumimoji="1" lang="ja-JP" altLang="en-US" dirty="0"/>
              <a:t>ソロ</a:t>
            </a:r>
            <a:r>
              <a:rPr kumimoji="1" lang="en-US" altLang="ja-JP" dirty="0"/>
              <a:t>)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E39C64A-BCD0-D9F3-D080-0B41A27214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/>
              <a:t>移動</a:t>
            </a:r>
            <a:r>
              <a:rPr kumimoji="1" lang="en-US" altLang="ja-JP" dirty="0"/>
              <a:t>:</a:t>
            </a:r>
            <a:r>
              <a:rPr kumimoji="1" lang="ja-JP" altLang="en-US" dirty="0"/>
              <a:t>自動</a:t>
            </a:r>
            <a:endParaRPr kumimoji="1" lang="en-US" altLang="ja-JP" dirty="0"/>
          </a:p>
          <a:p>
            <a:r>
              <a:rPr lang="ja-JP" altLang="en-US" dirty="0"/>
              <a:t>方向転換</a:t>
            </a:r>
            <a:r>
              <a:rPr lang="en-US" altLang="ja-JP" dirty="0"/>
              <a:t>:</a:t>
            </a:r>
            <a:r>
              <a:rPr lang="ja-JP" altLang="en-US" dirty="0"/>
              <a:t>左クリック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910603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95F727-D108-E2EA-4C01-082F2478C6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A8A545A-5E17-0DCA-0D2D-34797BBD44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操作</a:t>
            </a:r>
            <a:r>
              <a:rPr kumimoji="1" lang="en-US" altLang="ja-JP" dirty="0"/>
              <a:t>(</a:t>
            </a:r>
            <a:r>
              <a:rPr lang="ja-JP" altLang="en-US" dirty="0"/>
              <a:t>マルチ</a:t>
            </a:r>
            <a:r>
              <a:rPr kumimoji="1" lang="en-US" altLang="ja-JP" dirty="0"/>
              <a:t>)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0FDFB4A-C083-28BE-B213-1AE9ED3CAB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/>
              <a:t>移動</a:t>
            </a:r>
            <a:r>
              <a:rPr kumimoji="1" lang="en-US" altLang="ja-JP" dirty="0"/>
              <a:t>:</a:t>
            </a:r>
            <a:r>
              <a:rPr kumimoji="1" lang="ja-JP" altLang="en-US" dirty="0"/>
              <a:t>自動</a:t>
            </a:r>
            <a:endParaRPr kumimoji="1" lang="en-US" altLang="ja-JP" dirty="0"/>
          </a:p>
          <a:p>
            <a:r>
              <a:rPr lang="ja-JP" altLang="en-US" dirty="0"/>
              <a:t>方向転換</a:t>
            </a:r>
            <a:r>
              <a:rPr lang="en-US" altLang="ja-JP" dirty="0"/>
              <a:t>:</a:t>
            </a:r>
            <a:r>
              <a:rPr lang="ja-JP" altLang="en-US" dirty="0"/>
              <a:t>左クリック</a:t>
            </a:r>
            <a:endParaRPr lang="en-US" altLang="ja-JP" dirty="0"/>
          </a:p>
          <a:p>
            <a:r>
              <a:rPr kumimoji="1" lang="ja-JP" altLang="en-US" dirty="0"/>
              <a:t>アイテム使用</a:t>
            </a:r>
            <a:r>
              <a:rPr kumimoji="1" lang="en-US" altLang="ja-JP" dirty="0">
                <a:sym typeface="Wingdings" panose="05000000000000000000" pitchFamily="2" charset="2"/>
              </a:rPr>
              <a:t>:</a:t>
            </a:r>
          </a:p>
          <a:p>
            <a:r>
              <a:rPr lang="ja-JP" altLang="en-US" dirty="0">
                <a:sym typeface="Wingdings" panose="05000000000000000000" pitchFamily="2" charset="2"/>
              </a:rPr>
              <a:t>ダッシュ</a:t>
            </a:r>
            <a:r>
              <a:rPr lang="en-US" altLang="ja-JP" dirty="0">
                <a:sym typeface="Wingdings" panose="05000000000000000000" pitchFamily="2" charset="2"/>
              </a:rPr>
              <a:t>: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8033440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E133143-5922-93CB-E0FE-00BE1F5447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イメージ</a:t>
            </a:r>
          </a:p>
        </p:txBody>
      </p:sp>
      <p:pic>
        <p:nvPicPr>
          <p:cNvPr id="4" name="コンテンツ プレースホルダー 3">
            <a:extLst>
              <a:ext uri="{FF2B5EF4-FFF2-40B4-BE49-F238E27FC236}">
                <a16:creationId xmlns:a16="http://schemas.microsoft.com/office/drawing/2014/main" id="{F29F1B40-99E3-1DC1-1492-117AA90694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505243"/>
            <a:ext cx="2982294" cy="4844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43684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101</Words>
  <Application>Microsoft Office PowerPoint</Application>
  <PresentationFormat>ワイド画面</PresentationFormat>
  <Paragraphs>24</Paragraphs>
  <Slides>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1" baseType="lpstr">
      <vt:lpstr>游ゴシック</vt:lpstr>
      <vt:lpstr>游ゴシック Light</vt:lpstr>
      <vt:lpstr>Arial</vt:lpstr>
      <vt:lpstr>Wingdings</vt:lpstr>
      <vt:lpstr>Office テーマ</vt:lpstr>
      <vt:lpstr>チーム制作</vt:lpstr>
      <vt:lpstr>概要</vt:lpstr>
      <vt:lpstr>説明</vt:lpstr>
      <vt:lpstr>操作(ソロ)</vt:lpstr>
      <vt:lpstr>操作(マルチ)</vt:lpstr>
      <vt:lpstr>イメージ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 RE</dc:creator>
  <cp:lastModifiedBy>N RE</cp:lastModifiedBy>
  <cp:revision>4</cp:revision>
  <dcterms:created xsi:type="dcterms:W3CDTF">2026-10-15T05:43:25Z</dcterms:created>
  <dcterms:modified xsi:type="dcterms:W3CDTF">2026-10-16T04:48:04Z</dcterms:modified>
</cp:coreProperties>
</file>